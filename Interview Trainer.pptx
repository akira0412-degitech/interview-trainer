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eading Now 71-78" pitchFamily="2" charset="0"/>
      <p:regular r:id="rId8"/>
    </p:embeddedFont>
    <p:embeddedFont>
      <p:font typeface="TT Firs Neue" panose="02000503030000020004" pitchFamily="2" charset="77"/>
      <p:regular r:id="rId9"/>
    </p:embeddedFont>
    <p:embeddedFont>
      <p:font typeface="TT Firs Neue Bold" panose="02000803030000020004" pitchFamily="2" charset="77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8.jpeg"/><Relationship Id="rId7" Type="http://schemas.openxmlformats.org/officeDocument/2006/relationships/image" Target="../media/image13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85174" y="6754182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545749" y="-959846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3" y="0"/>
                </a:lnTo>
                <a:lnTo>
                  <a:pt x="62003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8585708" cy="10287000"/>
            <a:chOff x="0" y="0"/>
            <a:chExt cx="8585708" cy="1028700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8585708" cy="10287000"/>
            </a:xfrm>
            <a:custGeom>
              <a:avLst/>
              <a:gdLst/>
              <a:ahLst/>
              <a:cxnLst/>
              <a:rect l="l" t="t" r="r" b="b"/>
              <a:pathLst>
                <a:path w="8585708" h="10287000">
                  <a:moveTo>
                    <a:pt x="0" y="762"/>
                  </a:moveTo>
                  <a:cubicBezTo>
                    <a:pt x="4064" y="20447"/>
                    <a:pt x="7747" y="40132"/>
                    <a:pt x="12192" y="59690"/>
                  </a:cubicBezTo>
                  <a:cubicBezTo>
                    <a:pt x="107568" y="485521"/>
                    <a:pt x="203073" y="911225"/>
                    <a:pt x="298450" y="1337056"/>
                  </a:cubicBezTo>
                  <a:cubicBezTo>
                    <a:pt x="439419" y="1966722"/>
                    <a:pt x="580009" y="2596388"/>
                    <a:pt x="721106" y="3225927"/>
                  </a:cubicBezTo>
                  <a:cubicBezTo>
                    <a:pt x="894461" y="3999103"/>
                    <a:pt x="1068324" y="4772152"/>
                    <a:pt x="1241679" y="5545328"/>
                  </a:cubicBezTo>
                  <a:cubicBezTo>
                    <a:pt x="1391031" y="6211443"/>
                    <a:pt x="1540129" y="6877558"/>
                    <a:pt x="1689354" y="7543800"/>
                  </a:cubicBezTo>
                  <a:cubicBezTo>
                    <a:pt x="1820418" y="8129016"/>
                    <a:pt x="1951228" y="8714105"/>
                    <a:pt x="2082546" y="9299194"/>
                  </a:cubicBezTo>
                  <a:cubicBezTo>
                    <a:pt x="2156333" y="9628251"/>
                    <a:pt x="2230755" y="9957181"/>
                    <a:pt x="2304923" y="10286238"/>
                  </a:cubicBezTo>
                  <a:cubicBezTo>
                    <a:pt x="4386326" y="10286238"/>
                    <a:pt x="6467602" y="10286111"/>
                    <a:pt x="8548878" y="10287000"/>
                  </a:cubicBezTo>
                  <a:cubicBezTo>
                    <a:pt x="8578977" y="10287000"/>
                    <a:pt x="8585708" y="10280269"/>
                    <a:pt x="8585708" y="10250043"/>
                  </a:cubicBezTo>
                  <a:cubicBezTo>
                    <a:pt x="8584946" y="6845681"/>
                    <a:pt x="8584946" y="3441319"/>
                    <a:pt x="8585708" y="36957"/>
                  </a:cubicBezTo>
                  <a:cubicBezTo>
                    <a:pt x="8585708" y="6731"/>
                    <a:pt x="8578977" y="0"/>
                    <a:pt x="8548878" y="0"/>
                  </a:cubicBezTo>
                  <a:cubicBezTo>
                    <a:pt x="5699252" y="762"/>
                    <a:pt x="2849625" y="762"/>
                    <a:pt x="0" y="762"/>
                  </a:cubicBezTo>
                  <a:close/>
                </a:path>
              </a:pathLst>
            </a:custGeom>
            <a:blipFill>
              <a:blip r:embed="rId6"/>
              <a:stretch>
                <a:fillRect l="-25273" r="-3448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5531429" y="4327942"/>
            <a:ext cx="4229022" cy="4785315"/>
          </a:xfrm>
          <a:custGeom>
            <a:avLst/>
            <a:gdLst/>
            <a:ahLst/>
            <a:cxnLst/>
            <a:rect l="l" t="t" r="r" b="b"/>
            <a:pathLst>
              <a:path w="4229022" h="4785315">
                <a:moveTo>
                  <a:pt x="0" y="0"/>
                </a:moveTo>
                <a:lnTo>
                  <a:pt x="4229022" y="0"/>
                </a:lnTo>
                <a:lnTo>
                  <a:pt x="4229022" y="4785315"/>
                </a:lnTo>
                <a:lnTo>
                  <a:pt x="0" y="4785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049769" y="4010163"/>
            <a:ext cx="559761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CodePrep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49769" y="6040481"/>
            <a:ext cx="453540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AI-powered coding interview practice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9769" y="3374029"/>
            <a:ext cx="482700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AIML Hackathon 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9769" y="7771769"/>
            <a:ext cx="2195335" cy="3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49769" y="8195583"/>
            <a:ext cx="251824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b="1" spc="-110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Interview Trainer</a:t>
            </a:r>
          </a:p>
          <a:p>
            <a:pPr algn="l">
              <a:lnSpc>
                <a:spcPts val="2800"/>
              </a:lnSpc>
            </a:pPr>
            <a:endParaRPr lang="en-US" sz="2000" b="1" spc="-110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5187808" y="-1213942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4114800"/>
                </a:moveTo>
                <a:lnTo>
                  <a:pt x="6200384" y="4114800"/>
                </a:lnTo>
                <a:lnTo>
                  <a:pt x="620038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3789680" y="6684266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6200383" y="0"/>
                </a:moveTo>
                <a:lnTo>
                  <a:pt x="0" y="0"/>
                </a:lnTo>
                <a:lnTo>
                  <a:pt x="0" y="4114800"/>
                </a:lnTo>
                <a:lnTo>
                  <a:pt x="6200383" y="4114800"/>
                </a:lnTo>
                <a:lnTo>
                  <a:pt x="6200383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07323" y="1593053"/>
            <a:ext cx="632073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7323" y="2853233"/>
            <a:ext cx="801137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Why current coding practice tools</a:t>
            </a:r>
            <a:r>
              <a:rPr lang="en-US" sz="2400" u="none" strike="noStrike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 are not enough</a:t>
            </a:r>
          </a:p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endParaRPr lang="en-US" sz="2400" u="none" strike="noStrike">
              <a:solidFill>
                <a:srgbClr val="F3F3F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86778" y="4545698"/>
            <a:ext cx="15324368" cy="4277136"/>
            <a:chOff x="0" y="0"/>
            <a:chExt cx="4036047" cy="11264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36047" cy="1126489"/>
            </a:xfrm>
            <a:custGeom>
              <a:avLst/>
              <a:gdLst/>
              <a:ahLst/>
              <a:cxnLst/>
              <a:rect l="l" t="t" r="r" b="b"/>
              <a:pathLst>
                <a:path w="4036047" h="1126489">
                  <a:moveTo>
                    <a:pt x="25765" y="0"/>
                  </a:moveTo>
                  <a:lnTo>
                    <a:pt x="4010282" y="0"/>
                  </a:lnTo>
                  <a:cubicBezTo>
                    <a:pt x="4017116" y="0"/>
                    <a:pt x="4023669" y="2715"/>
                    <a:pt x="4028501" y="7547"/>
                  </a:cubicBezTo>
                  <a:cubicBezTo>
                    <a:pt x="4033333" y="12378"/>
                    <a:pt x="4036047" y="18932"/>
                    <a:pt x="4036047" y="25765"/>
                  </a:cubicBezTo>
                  <a:lnTo>
                    <a:pt x="4036047" y="1100723"/>
                  </a:lnTo>
                  <a:cubicBezTo>
                    <a:pt x="4036047" y="1107557"/>
                    <a:pt x="4033333" y="1114110"/>
                    <a:pt x="4028501" y="1118942"/>
                  </a:cubicBezTo>
                  <a:cubicBezTo>
                    <a:pt x="4023669" y="1123774"/>
                    <a:pt x="4017116" y="1126489"/>
                    <a:pt x="4010282" y="1126489"/>
                  </a:cubicBezTo>
                  <a:lnTo>
                    <a:pt x="25765" y="1126489"/>
                  </a:lnTo>
                  <a:cubicBezTo>
                    <a:pt x="18932" y="1126489"/>
                    <a:pt x="12378" y="1123774"/>
                    <a:pt x="7547" y="1118942"/>
                  </a:cubicBezTo>
                  <a:cubicBezTo>
                    <a:pt x="2715" y="1114110"/>
                    <a:pt x="0" y="1107557"/>
                    <a:pt x="0" y="1100723"/>
                  </a:cubicBezTo>
                  <a:lnTo>
                    <a:pt x="0" y="25765"/>
                  </a:lnTo>
                  <a:cubicBezTo>
                    <a:pt x="0" y="18932"/>
                    <a:pt x="2715" y="12378"/>
                    <a:pt x="7547" y="7547"/>
                  </a:cubicBezTo>
                  <a:cubicBezTo>
                    <a:pt x="12378" y="2715"/>
                    <a:pt x="18932" y="0"/>
                    <a:pt x="257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36047" cy="1174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7762" y="5210175"/>
            <a:ext cx="821282" cy="8212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410703" y="5423116"/>
            <a:ext cx="395400" cy="395400"/>
          </a:xfrm>
          <a:custGeom>
            <a:avLst/>
            <a:gdLst/>
            <a:ahLst/>
            <a:cxnLst/>
            <a:rect l="l" t="t" r="r" b="b"/>
            <a:pathLst>
              <a:path w="395400" h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9938278" y="5210175"/>
            <a:ext cx="821282" cy="821282"/>
            <a:chOff x="0" y="0"/>
            <a:chExt cx="1095043" cy="109504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97762" y="7226300"/>
            <a:ext cx="821282" cy="821282"/>
            <a:chOff x="0" y="0"/>
            <a:chExt cx="1095043" cy="1095043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38278" y="7226300"/>
            <a:ext cx="821282" cy="821282"/>
            <a:chOff x="0" y="0"/>
            <a:chExt cx="1095043" cy="109504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006" y="5162550"/>
            <a:ext cx="498351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Most coding practice platforms focus only on correct answers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346522" y="5162550"/>
            <a:ext cx="4983511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Real interviews also test communication and problem-solving process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606006" y="7262291"/>
            <a:ext cx="498351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It is hard to practice speaking and thinking aloud alone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346522" y="7262291"/>
            <a:ext cx="498351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Existing tools do not fully simulate interview pressure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40714" y="1583528"/>
            <a:ext cx="348203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Interview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6906805" y="6934252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4114800"/>
                </a:moveTo>
                <a:lnTo>
                  <a:pt x="6200383" y="4114800"/>
                </a:lnTo>
                <a:lnTo>
                  <a:pt x="62003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128776" y="-282590"/>
            <a:ext cx="10536634" cy="10852181"/>
            <a:chOff x="0" y="0"/>
            <a:chExt cx="1808779" cy="18629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08779" cy="1862948"/>
            </a:xfrm>
            <a:custGeom>
              <a:avLst/>
              <a:gdLst/>
              <a:ahLst/>
              <a:cxnLst/>
              <a:rect l="l" t="t" r="r" b="b"/>
              <a:pathLst>
                <a:path w="1808779" h="1862948">
                  <a:moveTo>
                    <a:pt x="25717" y="0"/>
                  </a:moveTo>
                  <a:lnTo>
                    <a:pt x="1783062" y="0"/>
                  </a:lnTo>
                  <a:cubicBezTo>
                    <a:pt x="1789883" y="0"/>
                    <a:pt x="1796424" y="2709"/>
                    <a:pt x="1801247" y="7532"/>
                  </a:cubicBezTo>
                  <a:cubicBezTo>
                    <a:pt x="1806070" y="12355"/>
                    <a:pt x="1808779" y="18896"/>
                    <a:pt x="1808779" y="25717"/>
                  </a:cubicBezTo>
                  <a:lnTo>
                    <a:pt x="1808779" y="1837231"/>
                  </a:lnTo>
                  <a:cubicBezTo>
                    <a:pt x="1808779" y="1851434"/>
                    <a:pt x="1797265" y="1862948"/>
                    <a:pt x="1783062" y="1862948"/>
                  </a:cubicBezTo>
                  <a:lnTo>
                    <a:pt x="25717" y="1862948"/>
                  </a:lnTo>
                  <a:cubicBezTo>
                    <a:pt x="11514" y="1862948"/>
                    <a:pt x="0" y="1851434"/>
                    <a:pt x="0" y="1837231"/>
                  </a:cubicBezTo>
                  <a:lnTo>
                    <a:pt x="0" y="25717"/>
                  </a:lnTo>
                  <a:cubicBezTo>
                    <a:pt x="0" y="11514"/>
                    <a:pt x="11514" y="0"/>
                    <a:pt x="25717" y="0"/>
                  </a:cubicBezTo>
                  <a:close/>
                </a:path>
              </a:pathLst>
            </a:custGeom>
            <a:blipFill>
              <a:blip r:embed="rId4"/>
              <a:stretch>
                <a:fillRect l="-27149" r="-271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7433" y="284634"/>
            <a:ext cx="6530347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8577" y="2772329"/>
            <a:ext cx="434315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877780" y="9524259"/>
            <a:ext cx="501992" cy="501992"/>
          </a:xfrm>
          <a:custGeom>
            <a:avLst/>
            <a:gdLst/>
            <a:ahLst/>
            <a:cxnLst/>
            <a:rect l="l" t="t" r="r" b="b"/>
            <a:pathLst>
              <a:path w="501992" h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-2326725" y="-28259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62003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0383" y="0"/>
                </a:lnTo>
                <a:lnTo>
                  <a:pt x="6200383" y="4114800"/>
                </a:lnTo>
                <a:close/>
              </a:path>
            </a:pathLst>
          </a:custGeom>
          <a:blipFill>
            <a:blip r:embed="rId7">
              <a:alphaModFix amt="5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1548245"/>
            <a:ext cx="5689916" cy="1813865"/>
            <a:chOff x="0" y="0"/>
            <a:chExt cx="1498579" cy="4777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98579" cy="477726"/>
            </a:xfrm>
            <a:custGeom>
              <a:avLst/>
              <a:gdLst/>
              <a:ahLst/>
              <a:cxnLst/>
              <a:rect l="l" t="t" r="r" b="b"/>
              <a:pathLst>
                <a:path w="1498579" h="477726">
                  <a:moveTo>
                    <a:pt x="69393" y="0"/>
                  </a:moveTo>
                  <a:lnTo>
                    <a:pt x="1429186" y="0"/>
                  </a:lnTo>
                  <a:cubicBezTo>
                    <a:pt x="1447590" y="0"/>
                    <a:pt x="1465241" y="7311"/>
                    <a:pt x="1478254" y="20325"/>
                  </a:cubicBezTo>
                  <a:cubicBezTo>
                    <a:pt x="1491268" y="33338"/>
                    <a:pt x="1498579" y="50989"/>
                    <a:pt x="1498579" y="69393"/>
                  </a:cubicBezTo>
                  <a:lnTo>
                    <a:pt x="1498579" y="408333"/>
                  </a:lnTo>
                  <a:cubicBezTo>
                    <a:pt x="1498579" y="426737"/>
                    <a:pt x="1491268" y="444388"/>
                    <a:pt x="1478254" y="457401"/>
                  </a:cubicBezTo>
                  <a:cubicBezTo>
                    <a:pt x="1465241" y="470415"/>
                    <a:pt x="1447590" y="477726"/>
                    <a:pt x="1429186" y="477726"/>
                  </a:cubicBezTo>
                  <a:lnTo>
                    <a:pt x="69393" y="477726"/>
                  </a:lnTo>
                  <a:cubicBezTo>
                    <a:pt x="50989" y="477726"/>
                    <a:pt x="33338" y="470415"/>
                    <a:pt x="20325" y="457401"/>
                  </a:cubicBezTo>
                  <a:cubicBezTo>
                    <a:pt x="7311" y="444388"/>
                    <a:pt x="0" y="426737"/>
                    <a:pt x="0" y="408333"/>
                  </a:cubicBezTo>
                  <a:lnTo>
                    <a:pt x="0" y="69393"/>
                  </a:lnTo>
                  <a:cubicBezTo>
                    <a:pt x="0" y="50989"/>
                    <a:pt x="7311" y="33338"/>
                    <a:pt x="20325" y="20325"/>
                  </a:cubicBezTo>
                  <a:cubicBezTo>
                    <a:pt x="33338" y="7311"/>
                    <a:pt x="50989" y="0"/>
                    <a:pt x="693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98579" cy="52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3F3F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Users interact with an AI interviewer in real time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48577" y="4394455"/>
            <a:ext cx="434315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1028700" y="3685960"/>
            <a:ext cx="5689916" cy="1813865"/>
            <a:chOff x="0" y="0"/>
            <a:chExt cx="1498579" cy="4777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98579" cy="477726"/>
            </a:xfrm>
            <a:custGeom>
              <a:avLst/>
              <a:gdLst/>
              <a:ahLst/>
              <a:cxnLst/>
              <a:rect l="l" t="t" r="r" b="b"/>
              <a:pathLst>
                <a:path w="1498579" h="477726">
                  <a:moveTo>
                    <a:pt x="69393" y="0"/>
                  </a:moveTo>
                  <a:lnTo>
                    <a:pt x="1429186" y="0"/>
                  </a:lnTo>
                  <a:cubicBezTo>
                    <a:pt x="1447590" y="0"/>
                    <a:pt x="1465241" y="7311"/>
                    <a:pt x="1478254" y="20325"/>
                  </a:cubicBezTo>
                  <a:cubicBezTo>
                    <a:pt x="1491268" y="33338"/>
                    <a:pt x="1498579" y="50989"/>
                    <a:pt x="1498579" y="69393"/>
                  </a:cubicBezTo>
                  <a:lnTo>
                    <a:pt x="1498579" y="408333"/>
                  </a:lnTo>
                  <a:cubicBezTo>
                    <a:pt x="1498579" y="426737"/>
                    <a:pt x="1491268" y="444388"/>
                    <a:pt x="1478254" y="457401"/>
                  </a:cubicBezTo>
                  <a:cubicBezTo>
                    <a:pt x="1465241" y="470415"/>
                    <a:pt x="1447590" y="477726"/>
                    <a:pt x="1429186" y="477726"/>
                  </a:cubicBezTo>
                  <a:lnTo>
                    <a:pt x="69393" y="477726"/>
                  </a:lnTo>
                  <a:cubicBezTo>
                    <a:pt x="50989" y="477726"/>
                    <a:pt x="33338" y="470415"/>
                    <a:pt x="20325" y="457401"/>
                  </a:cubicBezTo>
                  <a:cubicBezTo>
                    <a:pt x="7311" y="444388"/>
                    <a:pt x="0" y="426737"/>
                    <a:pt x="0" y="408333"/>
                  </a:cubicBezTo>
                  <a:lnTo>
                    <a:pt x="0" y="69393"/>
                  </a:lnTo>
                  <a:cubicBezTo>
                    <a:pt x="0" y="50989"/>
                    <a:pt x="7311" y="33338"/>
                    <a:pt x="20325" y="20325"/>
                  </a:cubicBezTo>
                  <a:cubicBezTo>
                    <a:pt x="33338" y="7311"/>
                    <a:pt x="50989" y="0"/>
                    <a:pt x="693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98579" cy="52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3F3F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Coding challenges can be solved directly in the browser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48577" y="6020226"/>
            <a:ext cx="434315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1028700" y="5823675"/>
            <a:ext cx="5689916" cy="1813865"/>
            <a:chOff x="0" y="0"/>
            <a:chExt cx="1498579" cy="477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98579" cy="477726"/>
            </a:xfrm>
            <a:custGeom>
              <a:avLst/>
              <a:gdLst/>
              <a:ahLst/>
              <a:cxnLst/>
              <a:rect l="l" t="t" r="r" b="b"/>
              <a:pathLst>
                <a:path w="1498579" h="477726">
                  <a:moveTo>
                    <a:pt x="69393" y="0"/>
                  </a:moveTo>
                  <a:lnTo>
                    <a:pt x="1429186" y="0"/>
                  </a:lnTo>
                  <a:cubicBezTo>
                    <a:pt x="1447590" y="0"/>
                    <a:pt x="1465241" y="7311"/>
                    <a:pt x="1478254" y="20325"/>
                  </a:cubicBezTo>
                  <a:cubicBezTo>
                    <a:pt x="1491268" y="33338"/>
                    <a:pt x="1498579" y="50989"/>
                    <a:pt x="1498579" y="69393"/>
                  </a:cubicBezTo>
                  <a:lnTo>
                    <a:pt x="1498579" y="408333"/>
                  </a:lnTo>
                  <a:cubicBezTo>
                    <a:pt x="1498579" y="426737"/>
                    <a:pt x="1491268" y="444388"/>
                    <a:pt x="1478254" y="457401"/>
                  </a:cubicBezTo>
                  <a:cubicBezTo>
                    <a:pt x="1465241" y="470415"/>
                    <a:pt x="1447590" y="477726"/>
                    <a:pt x="1429186" y="477726"/>
                  </a:cubicBezTo>
                  <a:lnTo>
                    <a:pt x="69393" y="477726"/>
                  </a:lnTo>
                  <a:cubicBezTo>
                    <a:pt x="50989" y="477726"/>
                    <a:pt x="33338" y="470415"/>
                    <a:pt x="20325" y="457401"/>
                  </a:cubicBezTo>
                  <a:cubicBezTo>
                    <a:pt x="7311" y="444388"/>
                    <a:pt x="0" y="426737"/>
                    <a:pt x="0" y="408333"/>
                  </a:cubicBezTo>
                  <a:lnTo>
                    <a:pt x="0" y="69393"/>
                  </a:lnTo>
                  <a:cubicBezTo>
                    <a:pt x="0" y="50989"/>
                    <a:pt x="7311" y="33338"/>
                    <a:pt x="20325" y="20325"/>
                  </a:cubicBezTo>
                  <a:cubicBezTo>
                    <a:pt x="33338" y="7311"/>
                    <a:pt x="50989" y="0"/>
                    <a:pt x="693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498579" cy="52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3F3F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Different interviewer personalities create different levels of difficulty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996963" y="7645998"/>
            <a:ext cx="434315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</p:txBody>
      </p:sp>
      <p:grpSp>
        <p:nvGrpSpPr>
          <p:cNvPr id="21" name="Group 21"/>
          <p:cNvGrpSpPr/>
          <p:nvPr/>
        </p:nvGrpSpPr>
        <p:grpSpPr>
          <a:xfrm>
            <a:off x="1052893" y="7961390"/>
            <a:ext cx="5641531" cy="1813865"/>
            <a:chOff x="0" y="0"/>
            <a:chExt cx="1485835" cy="4777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5835" cy="477726"/>
            </a:xfrm>
            <a:custGeom>
              <a:avLst/>
              <a:gdLst/>
              <a:ahLst/>
              <a:cxnLst/>
              <a:rect l="l" t="t" r="r" b="b"/>
              <a:pathLst>
                <a:path w="1485835" h="477726">
                  <a:moveTo>
                    <a:pt x="69988" y="0"/>
                  </a:moveTo>
                  <a:lnTo>
                    <a:pt x="1415848" y="0"/>
                  </a:lnTo>
                  <a:cubicBezTo>
                    <a:pt x="1454501" y="0"/>
                    <a:pt x="1485835" y="31335"/>
                    <a:pt x="1485835" y="69988"/>
                  </a:cubicBezTo>
                  <a:lnTo>
                    <a:pt x="1485835" y="407738"/>
                  </a:lnTo>
                  <a:cubicBezTo>
                    <a:pt x="1485835" y="426300"/>
                    <a:pt x="1478462" y="444102"/>
                    <a:pt x="1465336" y="457227"/>
                  </a:cubicBezTo>
                  <a:cubicBezTo>
                    <a:pt x="1452211" y="470352"/>
                    <a:pt x="1434410" y="477726"/>
                    <a:pt x="1415848" y="477726"/>
                  </a:cubicBezTo>
                  <a:lnTo>
                    <a:pt x="69988" y="477726"/>
                  </a:lnTo>
                  <a:cubicBezTo>
                    <a:pt x="31335" y="477726"/>
                    <a:pt x="0" y="446391"/>
                    <a:pt x="0" y="407738"/>
                  </a:cubicBezTo>
                  <a:lnTo>
                    <a:pt x="0" y="69988"/>
                  </a:lnTo>
                  <a:cubicBezTo>
                    <a:pt x="0" y="31335"/>
                    <a:pt x="31335" y="0"/>
                    <a:pt x="69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85835" cy="52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3F3F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After each session, users receive a score and detailed feedback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59772" y="4009810"/>
            <a:ext cx="5689916" cy="1813865"/>
            <a:chOff x="0" y="0"/>
            <a:chExt cx="1498579" cy="477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98579" cy="477726"/>
            </a:xfrm>
            <a:custGeom>
              <a:avLst/>
              <a:gdLst/>
              <a:ahLst/>
              <a:cxnLst/>
              <a:rect l="l" t="t" r="r" b="b"/>
              <a:pathLst>
                <a:path w="1498579" h="477726">
                  <a:moveTo>
                    <a:pt x="69393" y="0"/>
                  </a:moveTo>
                  <a:lnTo>
                    <a:pt x="1429186" y="0"/>
                  </a:lnTo>
                  <a:cubicBezTo>
                    <a:pt x="1447590" y="0"/>
                    <a:pt x="1465241" y="7311"/>
                    <a:pt x="1478254" y="20325"/>
                  </a:cubicBezTo>
                  <a:cubicBezTo>
                    <a:pt x="1491268" y="33338"/>
                    <a:pt x="1498579" y="50989"/>
                    <a:pt x="1498579" y="69393"/>
                  </a:cubicBezTo>
                  <a:lnTo>
                    <a:pt x="1498579" y="408333"/>
                  </a:lnTo>
                  <a:cubicBezTo>
                    <a:pt x="1498579" y="426737"/>
                    <a:pt x="1491268" y="444388"/>
                    <a:pt x="1478254" y="457401"/>
                  </a:cubicBezTo>
                  <a:cubicBezTo>
                    <a:pt x="1465241" y="470415"/>
                    <a:pt x="1447590" y="477726"/>
                    <a:pt x="1429186" y="477726"/>
                  </a:cubicBezTo>
                  <a:lnTo>
                    <a:pt x="69393" y="477726"/>
                  </a:lnTo>
                  <a:cubicBezTo>
                    <a:pt x="50989" y="477726"/>
                    <a:pt x="33338" y="470415"/>
                    <a:pt x="20325" y="457401"/>
                  </a:cubicBezTo>
                  <a:cubicBezTo>
                    <a:pt x="7311" y="444388"/>
                    <a:pt x="0" y="426737"/>
                    <a:pt x="0" y="408333"/>
                  </a:cubicBezTo>
                  <a:lnTo>
                    <a:pt x="0" y="69393"/>
                  </a:lnTo>
                  <a:cubicBezTo>
                    <a:pt x="0" y="50989"/>
                    <a:pt x="7311" y="33338"/>
                    <a:pt x="20325" y="20325"/>
                  </a:cubicBezTo>
                  <a:cubicBezTo>
                    <a:pt x="33338" y="7311"/>
                    <a:pt x="50989" y="0"/>
                    <a:pt x="693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498579" cy="525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3F3F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I think put our project image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159108" y="-596427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4114800"/>
                </a:moveTo>
                <a:lnTo>
                  <a:pt x="6200384" y="4114800"/>
                </a:lnTo>
                <a:lnTo>
                  <a:pt x="620038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1914740" y="693529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62003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0384" y="0"/>
                </a:lnTo>
                <a:lnTo>
                  <a:pt x="6200384" y="411480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07323" y="1593053"/>
            <a:ext cx="632073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How It works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07323" y="4776305"/>
            <a:ext cx="6740099" cy="3753350"/>
            <a:chOff x="0" y="0"/>
            <a:chExt cx="1142259" cy="6360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2259" cy="636088"/>
            </a:xfrm>
            <a:custGeom>
              <a:avLst/>
              <a:gdLst/>
              <a:ahLst/>
              <a:cxnLst/>
              <a:rect l="l" t="t" r="r" b="b"/>
              <a:pathLst>
                <a:path w="1142259" h="636088">
                  <a:moveTo>
                    <a:pt x="50540" y="0"/>
                  </a:moveTo>
                  <a:lnTo>
                    <a:pt x="1091719" y="0"/>
                  </a:lnTo>
                  <a:cubicBezTo>
                    <a:pt x="1119631" y="0"/>
                    <a:pt x="1142259" y="22628"/>
                    <a:pt x="1142259" y="50540"/>
                  </a:cubicBezTo>
                  <a:lnTo>
                    <a:pt x="1142259" y="585548"/>
                  </a:lnTo>
                  <a:cubicBezTo>
                    <a:pt x="1142259" y="598952"/>
                    <a:pt x="1136934" y="611807"/>
                    <a:pt x="1127456" y="621285"/>
                  </a:cubicBezTo>
                  <a:cubicBezTo>
                    <a:pt x="1117978" y="630763"/>
                    <a:pt x="1105123" y="636088"/>
                    <a:pt x="1091719" y="636088"/>
                  </a:cubicBezTo>
                  <a:lnTo>
                    <a:pt x="50540" y="636088"/>
                  </a:lnTo>
                  <a:cubicBezTo>
                    <a:pt x="37136" y="636088"/>
                    <a:pt x="24281" y="630763"/>
                    <a:pt x="14803" y="621285"/>
                  </a:cubicBezTo>
                  <a:cubicBezTo>
                    <a:pt x="5325" y="611807"/>
                    <a:pt x="0" y="598952"/>
                    <a:pt x="0" y="585548"/>
                  </a:cubicBezTo>
                  <a:lnTo>
                    <a:pt x="0" y="50540"/>
                  </a:lnTo>
                  <a:cubicBezTo>
                    <a:pt x="0" y="22628"/>
                    <a:pt x="22628" y="0"/>
                    <a:pt x="50540" y="0"/>
                  </a:cubicBezTo>
                  <a:close/>
                </a:path>
              </a:pathLst>
            </a:custGeom>
            <a:blipFill>
              <a:blip r:embed="rId6"/>
              <a:stretch>
                <a:fillRect t="-9423" b="-94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0" y="174719"/>
            <a:ext cx="7703352" cy="9895832"/>
            <a:chOff x="0" y="0"/>
            <a:chExt cx="2028866" cy="26063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28866" cy="2606310"/>
            </a:xfrm>
            <a:custGeom>
              <a:avLst/>
              <a:gdLst/>
              <a:ahLst/>
              <a:cxnLst/>
              <a:rect l="l" t="t" r="r" b="b"/>
              <a:pathLst>
                <a:path w="2028866" h="2606310">
                  <a:moveTo>
                    <a:pt x="51255" y="0"/>
                  </a:moveTo>
                  <a:lnTo>
                    <a:pt x="1977611" y="0"/>
                  </a:lnTo>
                  <a:cubicBezTo>
                    <a:pt x="2005919" y="0"/>
                    <a:pt x="2028866" y="22948"/>
                    <a:pt x="2028866" y="51255"/>
                  </a:cubicBezTo>
                  <a:lnTo>
                    <a:pt x="2028866" y="2555054"/>
                  </a:lnTo>
                  <a:cubicBezTo>
                    <a:pt x="2028866" y="2583362"/>
                    <a:pt x="2005919" y="2606310"/>
                    <a:pt x="1977611" y="2606310"/>
                  </a:cubicBezTo>
                  <a:lnTo>
                    <a:pt x="51255" y="2606310"/>
                  </a:lnTo>
                  <a:cubicBezTo>
                    <a:pt x="37662" y="2606310"/>
                    <a:pt x="24625" y="2600910"/>
                    <a:pt x="15012" y="2591297"/>
                  </a:cubicBezTo>
                  <a:cubicBezTo>
                    <a:pt x="5400" y="2581685"/>
                    <a:pt x="0" y="2568648"/>
                    <a:pt x="0" y="2555054"/>
                  </a:cubicBezTo>
                  <a:lnTo>
                    <a:pt x="0" y="51255"/>
                  </a:lnTo>
                  <a:cubicBezTo>
                    <a:pt x="0" y="22948"/>
                    <a:pt x="22948" y="0"/>
                    <a:pt x="512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5581">
                    <a:alpha val="100000"/>
                  </a:srgbClr>
                </a:gs>
                <a:gs pos="50000">
                  <a:srgbClr val="1E2A43">
                    <a:alpha val="100000"/>
                  </a:srgbClr>
                </a:gs>
                <a:gs pos="100000">
                  <a:srgbClr val="8440A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28866" cy="2653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73137" y="806288"/>
            <a:ext cx="482120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Frontend built with Next.js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773137" y="2098513"/>
            <a:ext cx="557330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Backend powered by Express and WebSocket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28920" y="3643696"/>
            <a:ext cx="5461734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MySQL and Prisma for data storage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28920" y="5095875"/>
            <a:ext cx="583077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OpenAI Realtime API for live interview interaction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483327" y="601776"/>
            <a:ext cx="821282" cy="821282"/>
            <a:chOff x="0" y="0"/>
            <a:chExt cx="1095043" cy="109504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83327" y="2146138"/>
            <a:ext cx="821282" cy="821282"/>
            <a:chOff x="0" y="0"/>
            <a:chExt cx="1095043" cy="109504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3327" y="3691321"/>
            <a:ext cx="821282" cy="821282"/>
            <a:chOff x="0" y="0"/>
            <a:chExt cx="1095043" cy="109504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89133" y="5122635"/>
            <a:ext cx="821282" cy="821282"/>
            <a:chOff x="0" y="0"/>
            <a:chExt cx="1095043" cy="109504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773137" y="6463665"/>
            <a:ext cx="530796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OpenAI Realtime API for live interview interaction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9589133" y="6553518"/>
            <a:ext cx="821282" cy="821282"/>
            <a:chOff x="0" y="0"/>
            <a:chExt cx="1095043" cy="1095043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89133" y="8031300"/>
            <a:ext cx="821282" cy="821282"/>
            <a:chOff x="0" y="0"/>
            <a:chExt cx="1095043" cy="1095043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283922" y="283922"/>
              <a:ext cx="527200" cy="527200"/>
            </a:xfrm>
            <a:custGeom>
              <a:avLst/>
              <a:gdLst/>
              <a:ahLst/>
              <a:cxnLst/>
              <a:rect l="l" t="t" r="r" b="b"/>
              <a:pathLst>
                <a:path w="527200" h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773137" y="8014335"/>
            <a:ext cx="530796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Sandbox environment safely runs submitted code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3F3F3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248291" y="801051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4114800"/>
                </a:moveTo>
                <a:lnTo>
                  <a:pt x="6200384" y="4114800"/>
                </a:lnTo>
                <a:lnTo>
                  <a:pt x="620038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2873576" y="-10287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62003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0384" y="0"/>
                </a:lnTo>
                <a:lnTo>
                  <a:pt x="6200384" y="411480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96819" y="2400300"/>
            <a:ext cx="816017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 dirty="0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Impact &amp; Future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4179" y="3792594"/>
            <a:ext cx="6089591" cy="366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307" lvl="1" indent="-250153" algn="l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Makes coding interview preparation more realistic</a:t>
            </a:r>
          </a:p>
          <a:p>
            <a:pPr marL="500307" lvl="1" indent="-250153" algn="l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Helps users improve both technical and communication skills</a:t>
            </a:r>
          </a:p>
          <a:p>
            <a:pPr marL="500307" lvl="1" indent="-250153" algn="l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Encourages learning through repeated practice and feedback</a:t>
            </a:r>
          </a:p>
          <a:p>
            <a:pPr marL="500307" lvl="1" indent="-250153" algn="l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Can expand into a full AI interview coaching platform</a:t>
            </a:r>
          </a:p>
          <a:p>
            <a:pPr algn="l">
              <a:lnSpc>
                <a:spcPts val="3244"/>
              </a:lnSpc>
            </a:pPr>
            <a:endParaRPr lang="en-US" sz="2317">
              <a:solidFill>
                <a:srgbClr val="F3F3F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7768258" y="1400333"/>
            <a:ext cx="4076057" cy="7486334"/>
            <a:chOff x="0" y="0"/>
            <a:chExt cx="631488" cy="11598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6"/>
              <a:stretch>
                <a:fillRect l="-110202" r="-649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2427" y="1400333"/>
            <a:ext cx="4076057" cy="7486334"/>
            <a:chOff x="0" y="0"/>
            <a:chExt cx="631488" cy="1159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1488" cy="1159829"/>
            </a:xfrm>
            <a:custGeom>
              <a:avLst/>
              <a:gdLst/>
              <a:ahLst/>
              <a:cxnLst/>
              <a:rect l="l" t="t" r="r" b="b"/>
              <a:pathLst>
                <a:path w="631488" h="1159829">
                  <a:moveTo>
                    <a:pt x="66478" y="0"/>
                  </a:moveTo>
                  <a:lnTo>
                    <a:pt x="565010" y="0"/>
                  </a:lnTo>
                  <a:cubicBezTo>
                    <a:pt x="601725" y="0"/>
                    <a:pt x="631488" y="29763"/>
                    <a:pt x="631488" y="66478"/>
                  </a:cubicBezTo>
                  <a:lnTo>
                    <a:pt x="631488" y="1093351"/>
                  </a:lnTo>
                  <a:cubicBezTo>
                    <a:pt x="631488" y="1130066"/>
                    <a:pt x="601725" y="1159829"/>
                    <a:pt x="565010" y="1159829"/>
                  </a:cubicBezTo>
                  <a:lnTo>
                    <a:pt x="66478" y="1159829"/>
                  </a:lnTo>
                  <a:cubicBezTo>
                    <a:pt x="29763" y="1159829"/>
                    <a:pt x="0" y="1130066"/>
                    <a:pt x="0" y="1093351"/>
                  </a:cubicBezTo>
                  <a:lnTo>
                    <a:pt x="0" y="66478"/>
                  </a:lnTo>
                  <a:cubicBezTo>
                    <a:pt x="0" y="29763"/>
                    <a:pt x="29763" y="0"/>
                    <a:pt x="66478" y="0"/>
                  </a:cubicBezTo>
                  <a:close/>
                </a:path>
              </a:pathLst>
            </a:custGeom>
            <a:blipFill>
              <a:blip r:embed="rId7"/>
              <a:stretch>
                <a:fillRect l="-113258" r="-1132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5581">
                <a:alpha val="100000"/>
              </a:srgbClr>
            </a:gs>
            <a:gs pos="50000">
              <a:srgbClr val="1E2A43">
                <a:alpha val="100000"/>
              </a:srgbClr>
            </a:gs>
            <a:gs pos="100000">
              <a:srgbClr val="8440A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3679" y="1926276"/>
            <a:ext cx="632073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3F3F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The Team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5809" y="4047559"/>
            <a:ext cx="3621882" cy="3569925"/>
            <a:chOff x="0" y="0"/>
            <a:chExt cx="613808" cy="6050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808" cy="605003"/>
            </a:xfrm>
            <a:custGeom>
              <a:avLst/>
              <a:gdLst/>
              <a:ahLst/>
              <a:cxnLst/>
              <a:rect l="l" t="t" r="r" b="b"/>
              <a:pathLst>
                <a:path w="613808" h="605003">
                  <a:moveTo>
                    <a:pt x="94052" y="0"/>
                  </a:moveTo>
                  <a:lnTo>
                    <a:pt x="519756" y="0"/>
                  </a:lnTo>
                  <a:cubicBezTo>
                    <a:pt x="544700" y="0"/>
                    <a:pt x="568623" y="9909"/>
                    <a:pt x="586261" y="27547"/>
                  </a:cubicBezTo>
                  <a:cubicBezTo>
                    <a:pt x="603899" y="45185"/>
                    <a:pt x="613808" y="69108"/>
                    <a:pt x="613808" y="94052"/>
                  </a:cubicBezTo>
                  <a:lnTo>
                    <a:pt x="613808" y="510951"/>
                  </a:lnTo>
                  <a:cubicBezTo>
                    <a:pt x="613808" y="562894"/>
                    <a:pt x="571699" y="605003"/>
                    <a:pt x="519756" y="605003"/>
                  </a:cubicBezTo>
                  <a:lnTo>
                    <a:pt x="94052" y="605003"/>
                  </a:lnTo>
                  <a:cubicBezTo>
                    <a:pt x="42108" y="605003"/>
                    <a:pt x="0" y="562894"/>
                    <a:pt x="0" y="510951"/>
                  </a:cubicBezTo>
                  <a:lnTo>
                    <a:pt x="0" y="94052"/>
                  </a:lnTo>
                  <a:cubicBezTo>
                    <a:pt x="0" y="42108"/>
                    <a:pt x="42108" y="0"/>
                    <a:pt x="94052" y="0"/>
                  </a:cubicBezTo>
                  <a:close/>
                </a:path>
              </a:pathLst>
            </a:custGeom>
            <a:blipFill>
              <a:blip r:embed="rId2"/>
              <a:stretch>
                <a:fillRect t="-25537" b="-54827"/>
              </a:stretch>
            </a:blipFill>
            <a:ln w="104775" cap="rnd">
              <a:gradFill>
                <a:gsLst>
                  <a:gs pos="0">
                    <a:srgbClr val="195581">
                      <a:alpha val="100000"/>
                    </a:srgbClr>
                  </a:gs>
                  <a:gs pos="50000">
                    <a:srgbClr val="1E2A43">
                      <a:alpha val="100000"/>
                    </a:srgbClr>
                  </a:gs>
                  <a:gs pos="100000">
                    <a:srgbClr val="8440A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33432" y="4047559"/>
            <a:ext cx="3550967" cy="3569925"/>
            <a:chOff x="0" y="0"/>
            <a:chExt cx="601790" cy="605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1790" cy="605003"/>
            </a:xfrm>
            <a:custGeom>
              <a:avLst/>
              <a:gdLst/>
              <a:ahLst/>
              <a:cxnLst/>
              <a:rect l="l" t="t" r="r" b="b"/>
              <a:pathLst>
                <a:path w="601790" h="605003">
                  <a:moveTo>
                    <a:pt x="95930" y="0"/>
                  </a:moveTo>
                  <a:lnTo>
                    <a:pt x="505860" y="0"/>
                  </a:lnTo>
                  <a:cubicBezTo>
                    <a:pt x="558840" y="0"/>
                    <a:pt x="601790" y="42949"/>
                    <a:pt x="601790" y="95930"/>
                  </a:cubicBezTo>
                  <a:lnTo>
                    <a:pt x="601790" y="509073"/>
                  </a:lnTo>
                  <a:cubicBezTo>
                    <a:pt x="601790" y="534515"/>
                    <a:pt x="591683" y="558915"/>
                    <a:pt x="573692" y="576905"/>
                  </a:cubicBezTo>
                  <a:cubicBezTo>
                    <a:pt x="555702" y="594896"/>
                    <a:pt x="531302" y="605003"/>
                    <a:pt x="505860" y="605003"/>
                  </a:cubicBezTo>
                  <a:lnTo>
                    <a:pt x="95930" y="605003"/>
                  </a:lnTo>
                  <a:cubicBezTo>
                    <a:pt x="42949" y="605003"/>
                    <a:pt x="0" y="562053"/>
                    <a:pt x="0" y="509073"/>
                  </a:cubicBezTo>
                  <a:lnTo>
                    <a:pt x="0" y="95930"/>
                  </a:lnTo>
                  <a:cubicBezTo>
                    <a:pt x="0" y="42949"/>
                    <a:pt x="42949" y="0"/>
                    <a:pt x="95930" y="0"/>
                  </a:cubicBezTo>
                  <a:close/>
                </a:path>
              </a:pathLst>
            </a:custGeom>
            <a:blipFill>
              <a:blip r:embed="rId3"/>
              <a:stretch>
                <a:fillRect t="-37986" b="-38847"/>
              </a:stretch>
            </a:blipFill>
            <a:ln w="104775" cap="rnd">
              <a:gradFill>
                <a:gsLst>
                  <a:gs pos="0">
                    <a:srgbClr val="195581">
                      <a:alpha val="100000"/>
                    </a:srgbClr>
                  </a:gs>
                  <a:gs pos="50000">
                    <a:srgbClr val="1E2A43">
                      <a:alpha val="100000"/>
                    </a:srgbClr>
                  </a:gs>
                  <a:gs pos="100000">
                    <a:srgbClr val="8440A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35525" y="770796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Benjamin Shah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7691" y="770796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Cia Rodriguez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0546" y="770796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Ndemi Otieno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0026" y="770796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3F3F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Isabel Mercado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5525" y="8204200"/>
            <a:ext cx="40624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CEO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77691" y="8204200"/>
            <a:ext cx="40624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Data Scientist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40546" y="8204200"/>
            <a:ext cx="40624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Product Manager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0026" y="8204200"/>
            <a:ext cx="40624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3F3F3"/>
                </a:solidFill>
                <a:latin typeface="TT Firs Neue"/>
                <a:ea typeface="TT Firs Neue"/>
                <a:cs typeface="TT Firs Neue"/>
                <a:sym typeface="TT Firs Neue"/>
              </a:rPr>
              <a:t>HR &amp; Talent Acquisition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659838" y="7012444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 flipV="1">
            <a:off x="-2986500" y="-627699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62003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0384" y="0"/>
                </a:lnTo>
                <a:lnTo>
                  <a:pt x="6200384" y="411480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339059" y="4047559"/>
            <a:ext cx="3550967" cy="3569925"/>
            <a:chOff x="0" y="0"/>
            <a:chExt cx="601790" cy="6050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1790" cy="605003"/>
            </a:xfrm>
            <a:custGeom>
              <a:avLst/>
              <a:gdLst/>
              <a:ahLst/>
              <a:cxnLst/>
              <a:rect l="l" t="t" r="r" b="b"/>
              <a:pathLst>
                <a:path w="601790" h="605003">
                  <a:moveTo>
                    <a:pt x="95930" y="0"/>
                  </a:moveTo>
                  <a:lnTo>
                    <a:pt x="505860" y="0"/>
                  </a:lnTo>
                  <a:cubicBezTo>
                    <a:pt x="558840" y="0"/>
                    <a:pt x="601790" y="42949"/>
                    <a:pt x="601790" y="95930"/>
                  </a:cubicBezTo>
                  <a:lnTo>
                    <a:pt x="601790" y="509073"/>
                  </a:lnTo>
                  <a:cubicBezTo>
                    <a:pt x="601790" y="534515"/>
                    <a:pt x="591683" y="558915"/>
                    <a:pt x="573692" y="576905"/>
                  </a:cubicBezTo>
                  <a:cubicBezTo>
                    <a:pt x="555702" y="594896"/>
                    <a:pt x="531302" y="605003"/>
                    <a:pt x="505860" y="605003"/>
                  </a:cubicBezTo>
                  <a:lnTo>
                    <a:pt x="95930" y="605003"/>
                  </a:lnTo>
                  <a:cubicBezTo>
                    <a:pt x="42949" y="605003"/>
                    <a:pt x="0" y="562053"/>
                    <a:pt x="0" y="509073"/>
                  </a:cubicBezTo>
                  <a:lnTo>
                    <a:pt x="0" y="95930"/>
                  </a:lnTo>
                  <a:cubicBezTo>
                    <a:pt x="0" y="42949"/>
                    <a:pt x="42949" y="0"/>
                    <a:pt x="95930" y="0"/>
                  </a:cubicBezTo>
                  <a:close/>
                </a:path>
              </a:pathLst>
            </a:custGeom>
            <a:blipFill>
              <a:blip r:embed="rId8"/>
              <a:stretch>
                <a:fillRect t="-28079" b="-48754"/>
              </a:stretch>
            </a:blipFill>
            <a:ln w="104775" cap="rnd">
              <a:gradFill>
                <a:gsLst>
                  <a:gs pos="0">
                    <a:srgbClr val="195581">
                      <a:alpha val="100000"/>
                    </a:srgbClr>
                  </a:gs>
                  <a:gs pos="50000">
                    <a:srgbClr val="1E2A43">
                      <a:alpha val="100000"/>
                    </a:srgbClr>
                  </a:gs>
                  <a:gs pos="100000">
                    <a:srgbClr val="8440A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242451" y="4052309"/>
            <a:ext cx="3550967" cy="3569925"/>
            <a:chOff x="0" y="0"/>
            <a:chExt cx="601790" cy="6050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1790" cy="605003"/>
            </a:xfrm>
            <a:custGeom>
              <a:avLst/>
              <a:gdLst/>
              <a:ahLst/>
              <a:cxnLst/>
              <a:rect l="l" t="t" r="r" b="b"/>
              <a:pathLst>
                <a:path w="601790" h="605003">
                  <a:moveTo>
                    <a:pt x="95930" y="0"/>
                  </a:moveTo>
                  <a:lnTo>
                    <a:pt x="505860" y="0"/>
                  </a:lnTo>
                  <a:cubicBezTo>
                    <a:pt x="558840" y="0"/>
                    <a:pt x="601790" y="42949"/>
                    <a:pt x="601790" y="95930"/>
                  </a:cubicBezTo>
                  <a:lnTo>
                    <a:pt x="601790" y="509073"/>
                  </a:lnTo>
                  <a:cubicBezTo>
                    <a:pt x="601790" y="534515"/>
                    <a:pt x="591683" y="558915"/>
                    <a:pt x="573692" y="576905"/>
                  </a:cubicBezTo>
                  <a:cubicBezTo>
                    <a:pt x="555702" y="594896"/>
                    <a:pt x="531302" y="605003"/>
                    <a:pt x="505860" y="605003"/>
                  </a:cubicBezTo>
                  <a:lnTo>
                    <a:pt x="95930" y="605003"/>
                  </a:lnTo>
                  <a:cubicBezTo>
                    <a:pt x="42949" y="605003"/>
                    <a:pt x="0" y="562053"/>
                    <a:pt x="0" y="509073"/>
                  </a:cubicBezTo>
                  <a:lnTo>
                    <a:pt x="0" y="95930"/>
                  </a:lnTo>
                  <a:cubicBezTo>
                    <a:pt x="0" y="42949"/>
                    <a:pt x="42949" y="0"/>
                    <a:pt x="95930" y="0"/>
                  </a:cubicBezTo>
                  <a:close/>
                </a:path>
              </a:pathLst>
            </a:custGeom>
            <a:blipFill>
              <a:blip r:embed="rId9"/>
              <a:stretch>
                <a:fillRect t="-24633" b="-52200"/>
              </a:stretch>
            </a:blipFill>
            <a:ln w="104775" cap="rnd">
              <a:gradFill>
                <a:gsLst>
                  <a:gs pos="0">
                    <a:srgbClr val="195581">
                      <a:alpha val="100000"/>
                    </a:srgbClr>
                  </a:gs>
                  <a:gs pos="50000">
                    <a:srgbClr val="1E2A43">
                      <a:alpha val="100000"/>
                    </a:srgbClr>
                  </a:gs>
                  <a:gs pos="100000">
                    <a:srgbClr val="8440A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Custom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TT Firs Neue</vt:lpstr>
      <vt:lpstr>Calibri</vt:lpstr>
      <vt:lpstr>TT Firs Neue Bold</vt:lpstr>
      <vt:lpstr>Heading Now 71-78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Trainer</dc:title>
  <cp:lastModifiedBy>Jebeom Yeon</cp:lastModifiedBy>
  <cp:revision>2</cp:revision>
  <dcterms:created xsi:type="dcterms:W3CDTF">2006-08-16T00:00:00Z</dcterms:created>
  <dcterms:modified xsi:type="dcterms:W3CDTF">2026-04-12T00:37:04Z</dcterms:modified>
  <dc:identifier>DAHGmL1EvnM</dc:identifier>
</cp:coreProperties>
</file>